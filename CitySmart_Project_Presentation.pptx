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raylib (graphics + input library): https://www.raylib.com/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raylib key input and camera utilities are provided by raylib: https://www.raylib.com/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Dijkstra’s algorithm (reference): https://en.wikipedia.org/wiki/Dijkstra%27s_algorithm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raylib rendering pipeline concepts (BeginMode3D / EndMode3D): https://www.raylib.com/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simulation (C++ • OOP • raylib)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1005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citysmart/CitySmart-/assets/gr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96312"/>
            <a:ext cx="859536" cy="8595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02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57400" y="2423160"/>
            <a:ext cx="1005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/mnt/data/citysmart/CitySmart-/assets/road_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496312"/>
            <a:ext cx="859536" cy="8595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3502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91840" y="2423160"/>
            <a:ext cx="1005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/mnt/data/citysmart/CitySmart-/assets/intersec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2496312"/>
            <a:ext cx="859536" cy="8595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0400" y="3502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26280" y="2423160"/>
            <a:ext cx="1005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/mnt/data/citysmart/CitySmart-/assets/roundabo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496312"/>
            <a:ext cx="859536" cy="8595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34840" y="3502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Roundabout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760720" y="2423160"/>
            <a:ext cx="1005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4" descr="/mnt/data/citysmart/CitySmart-/assets/s_hospi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2496312"/>
            <a:ext cx="859536" cy="8595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69280" y="3502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995160" y="2423160"/>
            <a:ext cx="1005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5" descr="/mnt/data/citysmart/CitySmart-/assets/s_pol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2496312"/>
            <a:ext cx="859536" cy="85953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3502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8229600" y="2423160"/>
            <a:ext cx="1005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6" descr="/mnt/data/citysmart/CitySmart-/assets/s_fi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2496312"/>
            <a:ext cx="859536" cy="85953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138160" y="3502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station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685800" y="4160520"/>
            <a:ext cx="10820095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27" name="Text 18"/>
          <p:cNvSpPr/>
          <p:nvPr/>
        </p:nvSpPr>
        <p:spPr>
          <a:xfrm>
            <a:off x="1005840" y="4288536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demonstrates</a:t>
            </a:r>
            <a:endParaRPr lang="en-US" sz="2200" dirty="0"/>
          </a:p>
        </p:txBody>
      </p:sp>
      <p:sp>
        <p:nvSpPr>
          <p:cNvPr id="28" name="Text 19"/>
          <p:cNvSpPr/>
          <p:nvPr/>
        </p:nvSpPr>
        <p:spPr>
          <a:xfrm>
            <a:off x="1051560" y="4617720"/>
            <a:ext cx="1008857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city grid (10×10 tiles) with road network + facilities (hospital, police, etc.)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follow computed waypoint paths with lane offsets and smooth motion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 cycle (Green → Yellow → Red) and can prioritize emergency vehicles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management: yielding, red-light stopping, following distance, deadlock recovery</a:t>
            </a:r>
            <a:endParaRPr lang="en-US" sz="1600" dirty="0"/>
          </a:p>
        </p:txBody>
      </p:sp>
      <p:sp>
        <p:nvSpPr>
          <p:cNvPr id="29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Full project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 simulation (demo controls)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keys + what to look for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669280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2011680" cy="457200"/>
          </a:xfrm>
          <a:prstGeom prst="roundRect">
            <a:avLst/>
          </a:prstGeom>
          <a:solidFill>
            <a:srgbClr val="1BA3F0"/>
          </a:solidFill>
          <a:ln w="12700">
            <a:solidFill>
              <a:srgbClr val="1BA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013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5349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D: rotate camera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/ S: zoom in/out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3246120"/>
            <a:ext cx="20116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703320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click: choose destination (preview path)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start mission (ambulance follows path)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pause / resume the simulation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29400" y="1143000"/>
            <a:ext cx="4892040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27101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demo scenario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1600200"/>
            <a:ext cx="44348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simulation (SPACE).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near a facility to generate a path preview.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G to dispatch the ambulance.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cars yield into their lane shoulder, traffic lights give green, and the ambulance returns to the hospital after reaching the incident.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40880" y="5166360"/>
            <a:ext cx="4160520" cy="109728"/>
          </a:xfrm>
          <a:prstGeom prst="rect">
            <a:avLst/>
          </a:prstGeom>
          <a:solidFill>
            <a:srgbClr val="D6E2F0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5056632"/>
            <a:ext cx="310896" cy="310896"/>
          </a:xfrm>
          <a:prstGeom prst="ellipse">
            <a:avLst/>
          </a:prstGeom>
          <a:solidFill>
            <a:srgbClr val="1BA3F0"/>
          </a:solidFill>
          <a:ln w="12700">
            <a:solidFill>
              <a:srgbClr val="1BA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5394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75320" y="5056632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5394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72600" y="5056632"/>
            <a:ext cx="310896" cy="31089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5394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469880" y="5056632"/>
            <a:ext cx="310896" cy="310896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5394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talks to who (high-level modules)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383280" cy="1143000"/>
          </a:xfrm>
          <a:prstGeom prst="roundRect">
            <a:avLst/>
          </a:prstGeom>
          <a:solidFill>
            <a:srgbClr val="F3F7FF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9933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(raylib loop)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267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CityMap + Simulation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Update() + Draw()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3566160" cy="169164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17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00600" y="18745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gameplay logic: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routing → rules → updates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005840"/>
            <a:ext cx="233172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81160" y="1170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CityMap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81160" y="15544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+ facilities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Driveable checks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2743200"/>
            <a:ext cx="233172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81160" y="290779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81160" y="32918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(base)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EmergencyVehicle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4480560"/>
            <a:ext cx="233172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81160" y="46451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TrafficLight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81160" y="50292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cycle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60520" y="2057400"/>
            <a:ext cx="457200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1965960"/>
            <a:ext cx="960120" cy="-32004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83880" y="2148840"/>
            <a:ext cx="960120" cy="114300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83880" y="2331720"/>
            <a:ext cx="960120" cy="278892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7240" y="3154680"/>
            <a:ext cx="7360920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7280" y="3282696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idea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3611880"/>
            <a:ext cx="6720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is the “controller”: it coordinates rules, mission state, and updates each frame.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CityMap provides the world representation + shortest-path routing on the road graph.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encapsulate motion (waypoints + lane offsets) and visuals.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TrafficLight encapsulates intersection timing + stop decisions (and emergency pre-emption).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CityMap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representation: tiles, facilities, textures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6629400" cy="2514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6126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tileMap[10][10]: road/grass/intersection/roundabout tile types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facilityMap[10][10]: facilities placed on tiles (hospital, police, fire station, ...)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buildings: list of building meshes with position + facing directions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Textures: loaded once and reused for drawing tiles + buildings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6629400" cy="2606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922776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297680"/>
            <a:ext cx="61264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world coordinates and tile coordinates (worldToTile, tileCenter)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a tile is driveable and clamp vehicles back to the road network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fastest path on the road graph (findFastestPath)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35240" y="1143000"/>
            <a:ext cx="3867912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1271016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&amp; facility examples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818120" y="1691640"/>
            <a:ext cx="960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14" name="Image 0" descr="/mnt/data/citysmart/CitySmart-/assets/road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783080"/>
            <a:ext cx="777240" cy="777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818120" y="26791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006840" y="1691640"/>
            <a:ext cx="960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17" name="Image 1" descr="/mnt/data/citysmart/CitySmart-/assets/inter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783080"/>
            <a:ext cx="777240" cy="7772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006840" y="26791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0195560" y="1691640"/>
            <a:ext cx="960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20" name="Image 2" descr="/mnt/data/citysmart/CitySmart-/assets/roundab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783080"/>
            <a:ext cx="777240" cy="7772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195560" y="26791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ROUNDABOUT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818120" y="3154680"/>
            <a:ext cx="960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23" name="Image 3" descr="/mnt/data/citysmart/CitySmart-/assets/gr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246120"/>
            <a:ext cx="777240" cy="7772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18120" y="41422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006840" y="3154680"/>
            <a:ext cx="960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26" name="Image 4" descr="/mnt/data/citysmart/CitySmart-/assets/s_hospi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3246120"/>
            <a:ext cx="777240" cy="7772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06840" y="41422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10195560" y="3154680"/>
            <a:ext cx="960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29" name="Image 5" descr="/mnt/data/citysmart/CitySmart-/assets/s_pol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3246120"/>
            <a:ext cx="777240" cy="7772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195560" y="41422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7818120" y="4617720"/>
            <a:ext cx="960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32" name="Image 6" descr="/mnt/data/citysmart/CitySmart-/assets/s_fi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4709160"/>
            <a:ext cx="777240" cy="7772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818120" y="560527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pathfinding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click → waypoints (roads only)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98932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findFastestPath() (CityMap)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4864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start/goal world positions to tile indices (worldToTile)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shortest-path search on the 10×10 grid using a priority queue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are the 4-connected tiles (up/down/left/right)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“drivable” tiles are expanded (roads/intersections/roundabouts)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path with prev[] and return as world-space waypoints (tileCenter)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5989320" cy="2057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44714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works well here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8463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graph (100 nodes) → path is computed instantly during interaction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is extendable (tile weights / speed limits / emergency-only lanes)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143000"/>
            <a:ext cx="4599432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12710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pipeline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06640" y="1691640"/>
            <a:ext cx="3611880" cy="777240"/>
          </a:xfrm>
          <a:prstGeom prst="roundRect">
            <a:avLst/>
          </a:prstGeom>
          <a:solidFill>
            <a:srgbClr val="F3F7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80136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click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(world pos)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79992" y="2478024"/>
            <a:ext cx="182880" cy="182880"/>
          </a:xfrm>
          <a:prstGeom prst="downArrow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697480"/>
            <a:ext cx="3611880" cy="777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80720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worldToTile()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79992" y="3483864"/>
            <a:ext cx="182880" cy="182880"/>
          </a:xfrm>
          <a:prstGeom prst="downArrow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3703320"/>
            <a:ext cx="3611880" cy="77724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81304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(priority queue)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79992" y="4489704"/>
            <a:ext cx="182880" cy="182880"/>
          </a:xfrm>
          <a:prstGeom prst="downArrow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4709160"/>
            <a:ext cx="3611880" cy="777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481888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(std::vector&lt;Vector3&gt;)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(base class)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following + lane offsets + smooth motion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989320" cy="24231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stores a list of waypoints (path) and a current waypoint index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frame: compute a drive target (waypoint + right-vector × laneOffset)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toward the target, then move by speed × dt (frame-rate independent)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close to a waypoint, advance to the next (and loop if enabled)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5989320" cy="2697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83133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Traffic-friendly controls inside Vehicle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54864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setSpeedScale(scale, hold): smoothly slow down / stop temporarily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yieldTo(): shift laterally within lane (shoulder) without leaving the road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offset smoothing continues even when forward motion is disabled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143000"/>
            <a:ext cx="4599432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12710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Lane-offset concept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3611880" cy="3246120"/>
          </a:xfrm>
          <a:prstGeom prst="rect">
            <a:avLst/>
          </a:prstGeom>
          <a:solidFill>
            <a:srgbClr val="EEF5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17152" y="1920240"/>
            <a:ext cx="0" cy="306324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4800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3200400"/>
            <a:ext cx="640080" cy="365760"/>
          </a:xfrm>
          <a:prstGeom prst="roundRect">
            <a:avLst/>
          </a:prstGeom>
          <a:solidFill>
            <a:srgbClr val="1BA3F0"/>
          </a:solidFill>
          <a:ln w="12700">
            <a:solidFill>
              <a:srgbClr val="1BA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55448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laneOffset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17152" y="3383280"/>
            <a:ext cx="-548640" cy="0"/>
          </a:xfrm>
          <a:prstGeom prst="line">
            <a:avLst/>
          </a:prstGeom>
          <a:noFill/>
          <a:ln w="25400">
            <a:solidFill>
              <a:srgbClr val="0B539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464040" y="3063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shoulder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(when yielding)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1828800"/>
            <a:ext cx="594360" cy="3246120"/>
          </a:xfrm>
          <a:prstGeom prst="rect">
            <a:avLst/>
          </a:prstGeom>
          <a:solidFill>
            <a:srgbClr val="F7FBF2"/>
          </a:solidFill>
          <a:ln w="12700">
            <a:solidFill>
              <a:srgbClr val="E1EE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800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EmergencyVehicle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+ siren behavior + mission routing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989320" cy="2606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from a normal Vehicle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486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from Vehicle: reuses path following, lane behavior, drawing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siren mode: speed = baseSpeed × multiplier when active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flashing cube on the roof while siren is active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dispatched to an incident: assignIncident(map, targetPos) sets a new path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5989320" cy="2606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92277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logic (implemented in Simulation)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29768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Idle → ToIncident → ToHospital → Idle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reaching the incident destination, a new path to the hospital is computed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turns off after returning to the hospital (mission complete)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143000"/>
            <a:ext cx="4599432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12710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state machine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60920" y="1920240"/>
            <a:ext cx="182880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89720" y="1920240"/>
            <a:ext cx="1828800" cy="91440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ToIncident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89720" y="3840480"/>
            <a:ext cx="1828800" cy="914400"/>
          </a:xfrm>
          <a:prstGeom prst="roundRect">
            <a:avLst/>
          </a:prstGeom>
          <a:solidFill>
            <a:srgbClr val="F3F7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ToHospital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8280" y="2377440"/>
            <a:ext cx="137160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275320" y="16642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pressed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104120" y="2834640"/>
            <a:ext cx="0" cy="96012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1897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at incident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9720" y="4297680"/>
            <a:ext cx="-1828800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52360" y="4069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at hospital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TrafficLight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timing + stop decision + emergency green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989320" cy="24231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4864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LightState cycles: Green → Yellow → Red → Green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light starts with a randomized timer and sometimes a randomized initial color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shouldStop(vehiclePos, vehicleForward): red + close + “in front of vehicle”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5989320" cy="2697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83133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emergency vehicle is approaching and the light is in front of it, the light is forced green for a short time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reduces intersection delays and creates a visible “priority corridor”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143000"/>
            <a:ext cx="4599432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12710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cycle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223760" y="1874520"/>
            <a:ext cx="12070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1524" y="2057400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51460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30768" y="2359152"/>
            <a:ext cx="292608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23376" y="1874520"/>
            <a:ext cx="12070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21140" y="2057400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23376" y="251460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30384" y="2359152"/>
            <a:ext cx="292608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222992" y="1874520"/>
            <a:ext cx="12070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20756" y="2057400"/>
            <a:ext cx="411480" cy="4114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22992" y="251460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52360" y="3154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start → lights are not perfectly synchronized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52360" y="3794760"/>
            <a:ext cx="3977640" cy="1325880"/>
          </a:xfrm>
          <a:prstGeom prst="roundRect">
            <a:avLst/>
          </a:prstGeom>
          <a:solidFill>
            <a:srgbClr val="F7FBF2"/>
          </a:solidFill>
          <a:ln w="12700">
            <a:solidFill>
              <a:srgbClr val="E1EE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39136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pre-emption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4261104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forceGreen(≈1.2s) when the ambulance is close and the light is ahead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stop-and-go near intersections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management (Simulation rules)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Yielding, red lights, following distance, safety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989320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applied each frame (normal cars)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48640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to ambulance: shift laneOffset toward shoulder (and stop if fully yielded)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safety: stop cars near an intersection when ambulance is crossing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light stopping: if a red light is ahead and within stop distance → stop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distance: stop if another car is directly ahead in the same lane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safety: after stepping, clamp position to nearest driveable tile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03720" y="1143000"/>
            <a:ext cx="4599432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12710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“ahead” checks work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2376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decisions use dot products: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dot(toTarget, forward) &gt; 0 → target is in front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dot(vehicleDir, otherDir) ≈ 1 → same direction (ignore opposite traffic)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lateral distance → “same lane”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4297680"/>
            <a:ext cx="4160520" cy="1508760"/>
          </a:xfrm>
          <a:prstGeom prst="rect">
            <a:avLst/>
          </a:prstGeom>
          <a:solidFill>
            <a:srgbClr val="F3F7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5074920"/>
            <a:ext cx="594360" cy="320040"/>
          </a:xfrm>
          <a:prstGeom prst="roundRect">
            <a:avLst/>
          </a:prstGeom>
          <a:solidFill>
            <a:srgbClr val="1BA3F0"/>
          </a:solidFill>
          <a:ln w="12700">
            <a:solidFill>
              <a:srgbClr val="1BA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4892040"/>
            <a:ext cx="594360" cy="3200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5239512"/>
            <a:ext cx="1417320" cy="-9144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549640" y="4892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53949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521208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44348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 is in front + close → follow distance stops 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detection + gentle recovery (anti-deadlock)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989320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local deadlocks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multiple cars, simple rules can create stand-offs (nobody moves).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two vehicles block each other while both are “trying to be safe”.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5989320" cy="3154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37413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implemented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54864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last position + time without meaningful movement (lastPos, stuckTime)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car has moved &lt; 0.01 units for &gt; 2 seconds (and not waiting at red):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allow movement for a moment + nudge lane offset slightly to break symmetry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recovery gentle and always clamp back to driveable tiles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143000"/>
            <a:ext cx="4599432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12710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looks smooth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Vehicle::step() always updates laneOffset smoothing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a vehicle is stopped, it can finish yielding smoothly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scaling relaxes back to 1.0 gradually (no sudden jumps)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23760" y="3931920"/>
            <a:ext cx="4206240" cy="2331720"/>
          </a:xfrm>
          <a:prstGeom prst="roundRect">
            <a:avLst/>
          </a:prstGeom>
          <a:solidFill>
            <a:srgbClr val="F3F7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40416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60920" y="44348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separate “forward motion”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“lane &amp; speed smoothing”.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keeps behavior natural.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&amp; visuals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drawn each frame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989320" cy="2514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pipeline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BeginMode3D(camera) → draw the city grid and buildings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vehicles (cars + ambulance) and traffic lights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UI overlay text (controls) after EndMode3D()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draw preview path as a flashing polyline (red/blue)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5989320" cy="2606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92277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modeling choices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297680"/>
            <a:ext cx="5486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are simple 3D shapes (cubes) with clear orientation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are textured buildings placed from facilityMap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textures make roads and intersections easy to read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143000"/>
            <a:ext cx="4599432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12710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assets (examples)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178040" y="1783080"/>
            <a:ext cx="777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14" name="Image 0" descr="/mnt/data/citysmart/CitySmart-/assets/road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4" y="1837944"/>
            <a:ext cx="667512" cy="66751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001000" y="1783080"/>
            <a:ext cx="777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16" name="Image 1" descr="/mnt/data/citysmart/CitySmart-/assets/road_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837944"/>
            <a:ext cx="667512" cy="66751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823960" y="1783080"/>
            <a:ext cx="777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18" name="Image 2" descr="/mnt/data/citysmart/CitySmart-/assets/intersec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1837944"/>
            <a:ext cx="667512" cy="6675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646920" y="1783080"/>
            <a:ext cx="777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20" name="Image 3" descr="/mnt/data/citysmart/CitySmart-/assets/roundabo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1837944"/>
            <a:ext cx="667512" cy="66751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0469880" y="1783080"/>
            <a:ext cx="777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pic>
        <p:nvPicPr>
          <p:cNvPr id="22" name="Image 4" descr="/mnt/data/citysmart/CitySmart-/assets/s_hospi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744" y="1837944"/>
            <a:ext cx="667512" cy="6675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78040" y="26517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&amp; facilities from the project assets folder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223760" y="3246120"/>
            <a:ext cx="4251960" cy="3063240"/>
          </a:xfrm>
          <a:prstGeom prst="rect">
            <a:avLst/>
          </a:prstGeom>
          <a:solidFill>
            <a:srgbClr val="F3F7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360920" y="33649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path (flash)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543800" y="5897880"/>
            <a:ext cx="868680" cy="-457200"/>
          </a:xfrm>
          <a:prstGeom prst="line">
            <a:avLst/>
          </a:prstGeom>
          <a:noFill/>
          <a:ln w="38100">
            <a:solidFill>
              <a:srgbClr val="1BA3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412480" y="5440680"/>
            <a:ext cx="822960" cy="137160"/>
          </a:xfrm>
          <a:prstGeom prst="line">
            <a:avLst/>
          </a:prstGeom>
          <a:noFill/>
          <a:ln w="38100">
            <a:solidFill>
              <a:srgbClr val="1BA3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235440" y="5577840"/>
            <a:ext cx="1005840" cy="-1325880"/>
          </a:xfrm>
          <a:prstGeom prst="line">
            <a:avLst/>
          </a:prstGeom>
          <a:noFill/>
          <a:ln w="38100">
            <a:solidFill>
              <a:srgbClr val="1BA3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10241280" y="4251960"/>
            <a:ext cx="777240" cy="274320"/>
          </a:xfrm>
          <a:prstGeom prst="line">
            <a:avLst/>
          </a:prstGeom>
          <a:noFill/>
          <a:ln w="38100">
            <a:solidFill>
              <a:srgbClr val="1BA3F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360920" y="3703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after click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(before mission starts)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CitySmart • C++ / raylib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focused 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440680" cy="5257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7101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goals achieved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493776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concerns: CityMap (world), Vehicle (motion), TrafficLight (signals), Simulation (rules)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routing: click-to-preview then dispatch with 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traffic behavior: red lights, following distance, yielding to ambulance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clamp to road + gentle deadlock recovery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148072" cy="2514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271016"/>
            <a:ext cx="4507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164592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size: 10×10 tiles (100 nodes)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computed in milliseconds (small grid)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updates are simple loops over vehicles and lights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3886200"/>
            <a:ext cx="5148072" cy="2514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4014216"/>
            <a:ext cx="4507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438912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weighted edges (speed limits) and A* for faster scaling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emergency vehicles + dispatch queue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realistic intersections (lanes, turning rules, right-of-way)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collision handling and pedestrian agents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•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10728960" cy="1828800"/>
          </a:xfrm>
          <a:prstGeom prst="round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14600"/>
            <a:ext cx="999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Code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999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CEBFA"/>
                </a:solidFill>
                <a:latin typeface="Calibri"/>
              </a:rPr>
              <a:t>Key parts from Vehicle, EmergencyVehicle, and main.cpp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65379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6B7A"/>
                </a:solidFill>
                <a:latin typeface="Calibri"/>
              </a:rPr>
              <a:t>CitySmart • C++ / raylib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Vehicle.h — base class (OOP design)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1094720" cy="5440680"/>
          </a:xfrm>
          <a:prstGeom prst="roundRect">
            <a:avLst/>
          </a:prstGeom>
          <a:solidFill>
            <a:srgbClr val="F5F8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6217920" cy="5074920"/>
          </a:xfrm>
          <a:prstGeom prst="roundRect">
            <a:avLst/>
          </a:prstGeom>
          <a:solidFill>
            <a:srgbClr val="111B2D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5852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3FF"/>
                </a:solidFill>
                <a:latin typeface="Consolas"/>
              </a:rPr>
              <a:t>class Vehicle {
protected:
    Vector3 position;
    Vector3 destination;
    float speed;
    float baseSpeed;
    Color color;
    bool looping;
    // Pathfinding data
    std::vector&lt;Vector3&gt; path;
    int currentWp;
    // Rotation for visuals
    float rotation;
    float laneOffset;
    // Lane behavior
    float laneOffsetDefault{0.8f};
    float laneOffsetTarget{0.8f};
    float laneOffsetMax{1.2f};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143000"/>
            <a:ext cx="43891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What this code does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Defines the shared data: position, destination, speed, lane offset, and a waypoint path.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Provides step(dt, allowForward) so cars can be stopped (red light) while still smoothing lane/orientation.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yieldTo(...) is the traffic rule that makes normal cars move aside for the ambulance.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5379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6B7A"/>
                </a:solidFill>
                <a:latin typeface="Calibri"/>
              </a:rPr>
              <a:t>CitySmart • C++ / raylib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vehicle.cpp — movement + stopping (Vehicle::step)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1094720" cy="5440680"/>
          </a:xfrm>
          <a:prstGeom prst="roundRect">
            <a:avLst/>
          </a:prstGeom>
          <a:solidFill>
            <a:srgbClr val="F5F8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6217920" cy="5074920"/>
          </a:xfrm>
          <a:prstGeom prst="roundRect">
            <a:avLst/>
          </a:prstGeom>
          <a:solidFill>
            <a:srgbClr val="111B2D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5852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3FF"/>
                </a:solidFill>
                <a:latin typeface="Consolas"/>
              </a:rPr>
              <a:t>Vehicle::step(float dt, bool allowForward) {
    // --- Yield / lane offset smoothing always runs ---
    if (yieldHold &gt; 0.0f) {
        yieldHold -= dt;
        if (yieldHold &lt; 0.0f) yieldHold = 0.0f;
    } else {
        // Smoothly relax back to default instead of snapping (prevents "stuck
          yielded" lanes)
        laneOffsetTarget = laneOffsetTarget + (laneOffsetDefault -
          laneOffsetTarget) * Clamp(dt * 6.0f, 0.0f, 1.0f);
    }
    laneOffsetTarget = Clamp(laneOffsetTarget, -laneOffsetMax, laneOffsetMax);
    laneOffset = laneOffset + (laneOffsetTarget - laneOffset) * Clamp(dt *
      10.0f, 0.0f, 1.0f);
    // Speed scale relaxation
    if (speedScaleHold &gt; 0.0f) {
        speedScaleHold -= dt;
        if (speedScaleHold &lt; 0.0f) speedScaleHold = 0.0f;
    } else {
        // Return to normal speed smoothly
        speedScale = speedScale + (1.0f - speedScale) * Clamp(dt * 6.0f, 0.0f,
          1.0f);
    }
    if (path.empty() || currentWp &gt;= (int)path.size()) return;
    Vector3 logicTarget = path[currentWp];
    logicTarget.y = position.y;
    // --- 1. Direction calculation (stable even when stopped) ---
    Vector3 roadDir = {0,0,1};
    if (currentWp == 0) {
        float distToStart = Vector3Distance(path[0], position);
        if (distToStart &lt; 1.0f &amp;&amp; path.size() &gt; 1) roadDir =
          Vector3Subtract(path[1], path[0]);
        else { roadDir = Vector3Subtract(path[0], position); roadDir.y = 0; }
    } else {
        roadDir = Vector3
// ...
float moveAmount = speed * speedScale * dt;
    if (moveAmount &gt; distToTarget) moveAmount = distToTarget;
    Vector3 stepv = Vector3Scale(moveDir, moveAmount);
    position = Vector3Add(position, stepv);
}
void Vehic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143000"/>
            <a:ext cx="43891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What this code does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Lane offset and speedScale are smoothed every frame (no snapping).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Waypoint switching happens when the vehicle reaches the current target.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Movement is optional: if allowForward=false, the car keeps steering logic but does not advance.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5379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6B7A"/>
                </a:solidFill>
                <a:latin typeface="Calibri"/>
              </a:rPr>
              <a:t>CitySmart • C++ / raylib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vehicle.cpp — yielding rule (Vehicle::yieldTo)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1094720" cy="5440680"/>
          </a:xfrm>
          <a:prstGeom prst="roundRect">
            <a:avLst/>
          </a:prstGeom>
          <a:solidFill>
            <a:srgbClr val="F5F8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6217920" cy="5074920"/>
          </a:xfrm>
          <a:prstGeom prst="roundRect">
            <a:avLst/>
          </a:prstGeom>
          <a:solidFill>
            <a:srgbClr val="111B2D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5852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3FF"/>
                </a:solidFill>
                <a:latin typeface="Consolas"/>
              </a:rPr>
              <a:t>Vehicle::yieldTo(Vector3 emergencyPos, Vector3 emergencyDir, float
  yieldStrength, float yieldRadius) {
    Vector3 toMe = Vector3Subtract(position, emergencyPos);
    float d = Vector3Length(toMe);
    if (d &gt; yieldRadius || d &lt; 0.001f) return;
    Vector3 toMeNorm = Vector3Normalize(toMe);
    if (Vector3DotProduct(toMeNorm, emergencyDir) &lt; -0.2f) return;
    Vector3 myForward = { sinf(rotation * DEG2RAD), 0.0f, cosf(rotation *
      DEG2RAD) };
    if (Vector3DotProduct(myForward, emergencyDir) &lt; 0.0f) return;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143000"/>
            <a:ext cx="43891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What this code does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Uses distance + dot products to check: “am I near the ambulance and in front of it?”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Computes a target lane offset to move the car away from the ambulance.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Holds the yield for a short time (yieldHold) so traffic doesn’t instantly snap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5379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6B7A"/>
                </a:solidFill>
                <a:latin typeface="Calibri"/>
              </a:rPr>
              <a:t>CitySmart • C++ / raylib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EmergencyVehicle.cpp — siren + dispatch (speed &amp; path)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1094720" cy="5440680"/>
          </a:xfrm>
          <a:prstGeom prst="roundRect">
            <a:avLst/>
          </a:prstGeom>
          <a:solidFill>
            <a:srgbClr val="F5F8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6217920" cy="5074920"/>
          </a:xfrm>
          <a:prstGeom prst="roundRect">
            <a:avLst/>
          </a:prstGeom>
          <a:solidFill>
            <a:srgbClr val="111B2D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5852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3FF"/>
                </a:solidFill>
                <a:latin typeface="Consolas"/>
              </a:rPr>
              <a:t>void EmergencyVehicle::setSirenActive(bool on) {
    isSirenActive = on;
    speed = baseSpeed * (isSirenActive ? sirenMultiplier : normalMultiplier);
}
void EmergencyVehicle::toggleSiren(bool on) {
    setSirenActive(on);
}
void EmergencyVehicle::assignIncident(CityMap* map, Vector3 targetPos) {
    setSirenActive(true);
    std::vector&lt;Vector3&gt; newPath = map-&gt;findFastestPath(position, targetPos,
      true);
    if 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143000"/>
            <a:ext cx="43891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What this code does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EmergencyVehicle inherits Vehicle, so it reuses the same movement + drawing code.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Siren toggling changes speed using a multiplier (baseSpeed × sirenMultiplier).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assignIncident() calls CityMap::findFastestPath(...) and then setPath(...) to start the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5379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6B7A"/>
                </a:solidFill>
                <a:latin typeface="Calibri"/>
              </a:rPr>
              <a:t>CitySmart • C++ / raylib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EmergencyVehicle.cpp — drawing the siren (overlay)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1094720" cy="5440680"/>
          </a:xfrm>
          <a:prstGeom prst="roundRect">
            <a:avLst/>
          </a:prstGeom>
          <a:solidFill>
            <a:srgbClr val="F5F8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6217920" cy="5074920"/>
          </a:xfrm>
          <a:prstGeom prst="roundRect">
            <a:avLst/>
          </a:prstGeom>
          <a:solidFill>
            <a:srgbClr val="111B2D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5852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3FF"/>
                </a:solidFill>
                <a:latin typeface="Consolas"/>
              </a:rPr>
              <a:t>void EmergencyVehicle::draw() const {
    // 1. Call the base class draw to render the car body
    // This is how you correctly call the parent function
    Vehicle::draw(); 
    // 2. Draw Siren on top
    if (getSirenActive()) {
        rlPushMatrix();
        // Translate to the vehicle's world position
        rlTranslatef(position.x, position.y, position.z);
        rlRotatef(rotation, 0, 1, 0);
        // Center the siren on the roof (0.5f height)
        rlTranslatef(0, 0.5f, 0);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143000"/>
            <a:ext cx="43891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What this code does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Calls Vehicle::draw() first (base body), then draws extra siren graphics on top.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Uses a blink value from sin(GetTime()) to alternate colors for a flashing effect.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rlPushMatrix / rlTranslatef / rlRotatef keeps the siren aligned with the vehicle.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5379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6B7A"/>
                </a:solidFill>
                <a:latin typeface="Calibri"/>
              </a:rPr>
              <a:t>CitySmart • C++ / raylib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main.cpp — program setup + game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1094720" cy="5440680"/>
          </a:xfrm>
          <a:prstGeom prst="roundRect">
            <a:avLst/>
          </a:prstGeom>
          <a:solidFill>
            <a:srgbClr val="F5F8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6217920" cy="5074920"/>
          </a:xfrm>
          <a:prstGeom prst="roundRect">
            <a:avLst/>
          </a:prstGeom>
          <a:solidFill>
            <a:srgbClr val="111B2D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5852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3FF"/>
                </a:solidFill>
                <a:latin typeface="Consolas"/>
              </a:rPr>
              <a:t>int main() {
    SetConfigFlags(FLAG_WINDOW_RESIZABLE);
    int w = (int)(GetMonitorWidth(0) * 0.85f);
    int h = (int)(GetMonitorHeight(0) * 0.85f);
    if (w &lt; 1000) w = 1000;
    if (h &lt; 700) h = 700;
    InitWindow(w, h, "Smart City - Synchronized Lane Simulation");
    SetWindowMinSize(900, 600);
    SetTargetFPS(60);
    CityMap city;
    Simulation sim(&amp;city);
    Camera3D cam = {0};
    cam.target = {20, 0, 20};
    cam.up = {0, 1, 0};
    cam.fovy = 45;
    cam.projection = CAMERA_PERSPECTIVE;
    float camAngle = 45.0f;
    float camRadius = 80.0f;
    float camHeight = 40.0f;
    while (!WindowShouldClose()) {
        float rotationSpeed = 60.0f * GetFrameTime();
        float zoomSpeed = 40.0f * GetFrameTime();
        if (IsKeyDown(KEY_A)) camAngle -= rotationSpeed;
        if (IsKeyDown(KEY_D)) camAngle += rotationSpeed;
        if (IsKeyDown(KEY_W)) camRadiu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143000"/>
            <a:ext cx="43891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What this code does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Initializes the window + camera, then creates CityMap and Simulation.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Every frame: Update camera, then sim.Update(cam) (all logic).</a:t>
            </a:r>
          </a:p>
          <a:p>
            <a:pPr>
              <a:defRPr sz="1400">
                <a:solidFill>
                  <a:srgbClr val="0B1F33"/>
                </a:solidFill>
                <a:latin typeface="Calibri"/>
              </a:defRPr>
            </a:pPr>
            <a:r>
              <a:t>Draw step is separated: city.draw() draws the map, sim.Draw() draws vehicles +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5379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6B7A"/>
                </a:solidFill>
                <a:latin typeface="Calibri"/>
              </a:rPr>
              <a:t>CitySmart • C++ / raylib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CitySmart team</dc:creator>
  <cp:lastModifiedBy>CitySmart team</cp:lastModifiedBy>
  <cp:revision>1</cp:revision>
  <dcterms:created xsi:type="dcterms:W3CDTF">2026-01-03T00:21:36Z</dcterms:created>
  <dcterms:modified xsi:type="dcterms:W3CDTF">2026-01-03T00:21:36Z</dcterms:modified>
</cp:coreProperties>
</file>